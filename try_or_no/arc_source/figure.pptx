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324" r:id="rId2"/>
    <p:sldId id="322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71BC"/>
    <a:srgbClr val="00629B"/>
    <a:srgbClr val="FF6168"/>
    <a:srgbClr val="FF313E"/>
    <a:srgbClr val="FD54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20"/>
    <p:restoredTop sz="95948" autoAdjust="0"/>
  </p:normalViewPr>
  <p:slideViewPr>
    <p:cSldViewPr snapToGrid="0">
      <p:cViewPr varScale="1">
        <p:scale>
          <a:sx n="128" d="100"/>
          <a:sy n="128" d="100"/>
        </p:scale>
        <p:origin x="6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0B7F5-F558-6B4C-80FD-1FD356B168AD}" type="datetimeFigureOut">
              <a:rPr kumimoji="1" lang="zh-CN" altLang="en-US" smtClean="0"/>
              <a:t>2025/4/21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133CEB-2CFF-9C44-977E-22504A4C127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117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B1C23F-403A-CD81-310D-91965B3CE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40863DD-EFF3-1C40-3E7C-F9F49ED949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09AD47-BEC7-FAAF-B765-FE654899D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B92F-5FFF-F049-8345-8C78AC5D2D3F}" type="datetimeFigureOut">
              <a:rPr kumimoji="1" lang="zh-CN" altLang="en-US" smtClean="0"/>
              <a:t>2025/4/21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E58ACD-5989-B085-3C32-B7FAB8516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AB04A3-4F27-A373-3FC6-1849DAAB3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3F66D-E31E-6145-8604-1B3F49CA742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7595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964CAE-FF6F-19E0-3D83-215DDFE6C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FB5C09-1B1A-BBAE-1EC8-4BA90407A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81A074-228B-DDE1-7401-1263DBA06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B92F-5FFF-F049-8345-8C78AC5D2D3F}" type="datetimeFigureOut">
              <a:rPr kumimoji="1" lang="zh-CN" altLang="en-US" smtClean="0"/>
              <a:t>2025/4/21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57706D-4CE7-FF99-8DE5-08D275E3D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981C36-35A3-E14E-34D9-52A46038D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3F66D-E31E-6145-8604-1B3F49CA742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56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5688DF-8977-639C-CBB3-C68BB0647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54C75E-13F0-FA45-CC1B-48BFCC633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D48A08-E1B8-0708-0E16-BA225F927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B92F-5FFF-F049-8345-8C78AC5D2D3F}" type="datetimeFigureOut">
              <a:rPr kumimoji="1" lang="zh-CN" altLang="en-US" smtClean="0"/>
              <a:t>2025/4/21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F5E6CF-6042-97C5-EED8-083B16462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E8F75A-034F-C4C9-C967-3413B5F86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3F66D-E31E-6145-8604-1B3F49CA742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5603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FED6B8-7DBA-F1E3-46BB-116D01EFA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DA5A39-5826-FC55-9C87-582D69E3FE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D1E77AF-E006-6715-D4D7-3B384862F8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F2F21C-D233-AA63-8D2F-7D36F88F1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B92F-5FFF-F049-8345-8C78AC5D2D3F}" type="datetimeFigureOut">
              <a:rPr kumimoji="1" lang="zh-CN" altLang="en-US" smtClean="0"/>
              <a:t>2025/4/21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B304BC-FF37-84AB-5C18-DACD13483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BAD9FA-98A6-A7C3-1DCC-27A54B054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3F66D-E31E-6145-8604-1B3F49CA742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6524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A89049-CD84-E4C2-59C7-F162CB549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04DA4C-08F7-3C84-49DC-7DEE8A240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439419-1A53-2653-FE35-FE5B43667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E6D9D67-1106-F12D-1EE9-C412F52956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B5A31CD-8E0E-1D21-BC41-7205E07066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A6D9309-35F8-5992-2CF0-6E74D51CC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B92F-5FFF-F049-8345-8C78AC5D2D3F}" type="datetimeFigureOut">
              <a:rPr kumimoji="1" lang="zh-CN" altLang="en-US" smtClean="0"/>
              <a:t>2025/4/21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99C95DD-5F5F-8141-2EDE-39A68B4B3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F9182AD-8BD7-5E42-ADF6-810DC58BC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3F66D-E31E-6145-8604-1B3F49CA742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7954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1AC66F-A7DF-B8D9-57E6-888313ADE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28BD881-D65A-0A61-0600-CF9A8FFB8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B92F-5FFF-F049-8345-8C78AC5D2D3F}" type="datetimeFigureOut">
              <a:rPr kumimoji="1" lang="zh-CN" altLang="en-US" smtClean="0"/>
              <a:t>2025/4/21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9AEC6E9-8FB7-3752-7C56-071BFE905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B993D16-51F0-E534-9F63-56C71DB5E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3F66D-E31E-6145-8604-1B3F49CA742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6137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3D0B0D-7BF9-6B5C-F924-579D65582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B92F-5FFF-F049-8345-8C78AC5D2D3F}" type="datetimeFigureOut">
              <a:rPr kumimoji="1" lang="zh-CN" altLang="en-US" smtClean="0"/>
              <a:t>2025/4/21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59AB2E-7A65-928B-8307-AC837BF2B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1A2A54-F0AD-6077-5791-5BA4891DA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3F66D-E31E-6145-8604-1B3F49CA742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35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8D244B-1FA7-EF3C-BE0A-FA91B7D3D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5C9494-7FC2-0683-3A84-51CD8BF85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63E465-EFD4-F413-3739-8BE5E9FDB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2C3035-772A-F40E-C05C-C69073A8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B92F-5FFF-F049-8345-8C78AC5D2D3F}" type="datetimeFigureOut">
              <a:rPr kumimoji="1" lang="zh-CN" altLang="en-US" smtClean="0"/>
              <a:t>2025/4/21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0A589D-A445-99C2-255D-63377FD14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2921B8-ECAD-7598-7E34-021F8ECE8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3F66D-E31E-6145-8604-1B3F49CA742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5698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68D2FA-3B7B-8723-E47F-F55CCC051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55F11F3-031B-4CE1-A3A5-F986FD0110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E8537C-D44B-5B80-C732-E6126E8DB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CD2401-CB12-98EB-7980-14A5EA739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B92F-5FFF-F049-8345-8C78AC5D2D3F}" type="datetimeFigureOut">
              <a:rPr kumimoji="1" lang="zh-CN" altLang="en-US" smtClean="0"/>
              <a:t>2025/4/21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F75F05-33B6-3EBC-3169-683DA7621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210FEF-E4CE-63F3-A21B-016046EF3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3F66D-E31E-6145-8604-1B3F49CA742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38676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6742A-D7B6-3CB9-A56D-B906AEDC7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F6806C-7F77-AD51-FB22-DB6D123B4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5F5DD0-6403-FAF3-90A4-1D931E12B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B92F-5FFF-F049-8345-8C78AC5D2D3F}" type="datetimeFigureOut">
              <a:rPr kumimoji="1" lang="zh-CN" altLang="en-US" smtClean="0"/>
              <a:t>2025/4/21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9190A8-54FA-90DB-FC87-4988F266E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98A890-FBFF-2C37-CAED-442A048A1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3F66D-E31E-6145-8604-1B3F49CA742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5563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02EE370-270A-B31C-FCF5-893939D5FC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985FB8-4AA2-5F82-875C-C2485BA28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FB5675-C65E-9ACD-A1CB-B03312ECA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B92F-5FFF-F049-8345-8C78AC5D2D3F}" type="datetimeFigureOut">
              <a:rPr kumimoji="1" lang="zh-CN" altLang="en-US" smtClean="0"/>
              <a:t>2025/4/21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601817-46A7-A58A-999D-62804BDBA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1D0D9B-D6FB-D71B-F5E7-5359212D1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3F66D-E31E-6145-8604-1B3F49CA742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8313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A37695C-F748-8641-9B7E-683B4D05C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318281-6BE1-A8A5-5165-E09E4561A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3F2EE1-E833-2449-CCFD-4D6579695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6BB92F-5FFF-F049-8345-8C78AC5D2D3F}" type="datetimeFigureOut">
              <a:rPr kumimoji="1" lang="zh-CN" altLang="en-US" smtClean="0"/>
              <a:t>2025/4/21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61C9BB-4318-528A-F45A-AC5581211E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ECC133-D2AB-B43A-AA9C-DF3785F3C8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93F66D-E31E-6145-8604-1B3F49CA742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9289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10.png"/><Relationship Id="rId5" Type="http://schemas.openxmlformats.org/officeDocument/2006/relationships/image" Target="../media/image16.png"/><Relationship Id="rId10" Type="http://schemas.openxmlformats.org/officeDocument/2006/relationships/image" Target="../media/image9.png"/><Relationship Id="rId4" Type="http://schemas.openxmlformats.org/officeDocument/2006/relationships/image" Target="../media/image15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2CDFD-FF4A-B82E-B494-C6FB08BEC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圆角矩形 32">
            <a:extLst>
              <a:ext uri="{FF2B5EF4-FFF2-40B4-BE49-F238E27FC236}">
                <a16:creationId xmlns:a16="http://schemas.microsoft.com/office/drawing/2014/main" id="{C202D5BC-1D92-96AB-CDCB-C30BFF078D5F}"/>
              </a:ext>
            </a:extLst>
          </p:cNvPr>
          <p:cNvSpPr/>
          <p:nvPr/>
        </p:nvSpPr>
        <p:spPr>
          <a:xfrm>
            <a:off x="2963557" y="5295596"/>
            <a:ext cx="2240041" cy="770400"/>
          </a:xfrm>
          <a:prstGeom prst="roundRect">
            <a:avLst>
              <a:gd name="adj" fmla="val 2517"/>
            </a:avLst>
          </a:prstGeom>
          <a:solidFill>
            <a:schemeClr val="bg1">
              <a:lumMod val="85000"/>
              <a:alpha val="50000"/>
            </a:schemeClr>
          </a:solidFill>
          <a:ln w="15875" cap="flat">
            <a:miter lim="800000"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圆角矩形 118">
            <a:extLst>
              <a:ext uri="{FF2B5EF4-FFF2-40B4-BE49-F238E27FC236}">
                <a16:creationId xmlns:a16="http://schemas.microsoft.com/office/drawing/2014/main" id="{00081EF5-0957-2DF2-0922-F6A500389032}"/>
              </a:ext>
            </a:extLst>
          </p:cNvPr>
          <p:cNvSpPr/>
          <p:nvPr/>
        </p:nvSpPr>
        <p:spPr>
          <a:xfrm>
            <a:off x="2963557" y="3245701"/>
            <a:ext cx="2240041" cy="769125"/>
          </a:xfrm>
          <a:prstGeom prst="roundRect">
            <a:avLst>
              <a:gd name="adj" fmla="val 2517"/>
            </a:avLst>
          </a:prstGeom>
          <a:solidFill>
            <a:schemeClr val="bg1">
              <a:lumMod val="85000"/>
              <a:alpha val="50000"/>
            </a:schemeClr>
          </a:solidFill>
          <a:ln w="15875" cap="flat">
            <a:miter lim="800000"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圆角矩形 118">
            <a:extLst>
              <a:ext uri="{FF2B5EF4-FFF2-40B4-BE49-F238E27FC236}">
                <a16:creationId xmlns:a16="http://schemas.microsoft.com/office/drawing/2014/main" id="{3623A6FA-56DB-4345-CF8B-5DB9C00635F3}"/>
              </a:ext>
            </a:extLst>
          </p:cNvPr>
          <p:cNvSpPr/>
          <p:nvPr/>
        </p:nvSpPr>
        <p:spPr>
          <a:xfrm>
            <a:off x="5535926" y="3245400"/>
            <a:ext cx="1180800" cy="770400"/>
          </a:xfrm>
          <a:prstGeom prst="roundRect">
            <a:avLst>
              <a:gd name="adj" fmla="val 2517"/>
            </a:avLst>
          </a:prstGeom>
          <a:solidFill>
            <a:schemeClr val="bg1">
              <a:lumMod val="85000"/>
              <a:alpha val="50000"/>
            </a:schemeClr>
          </a:solidFill>
          <a:ln w="15875" cap="flat">
            <a:miter lim="800000"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Wrong </a:t>
            </a:r>
          </a:p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kumimoji="1"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Slow Query</a:t>
            </a:r>
            <a:r>
              <a:rPr kumimoji="1"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kumimoji="1" lang="zh-CN" alt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7" name="图形 116">
            <a:extLst>
              <a:ext uri="{FF2B5EF4-FFF2-40B4-BE49-F238E27FC236}">
                <a16:creationId xmlns:a16="http://schemas.microsoft.com/office/drawing/2014/main" id="{4BA455DA-A02C-5E67-F504-C515A129AC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7648" y="5492697"/>
            <a:ext cx="377016" cy="377016"/>
          </a:xfrm>
          <a:prstGeom prst="rect">
            <a:avLst/>
          </a:prstGeom>
        </p:spPr>
      </p:pic>
      <p:sp>
        <p:nvSpPr>
          <p:cNvPr id="124" name="文本框 123">
            <a:extLst>
              <a:ext uri="{FF2B5EF4-FFF2-40B4-BE49-F238E27FC236}">
                <a16:creationId xmlns:a16="http://schemas.microsoft.com/office/drawing/2014/main" id="{BDDBB7B5-5AAB-58D4-B8DF-BAEC9C2AB9F5}"/>
              </a:ext>
            </a:extLst>
          </p:cNvPr>
          <p:cNvSpPr txBox="1"/>
          <p:nvPr/>
        </p:nvSpPr>
        <p:spPr>
          <a:xfrm>
            <a:off x="1208505" y="4896000"/>
            <a:ext cx="1922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Query</a:t>
            </a:r>
            <a:endParaRPr kumimoji="1"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圆角矩形 118">
            <a:extLst>
              <a:ext uri="{FF2B5EF4-FFF2-40B4-BE49-F238E27FC236}">
                <a16:creationId xmlns:a16="http://schemas.microsoft.com/office/drawing/2014/main" id="{77233306-CE31-885B-8AEC-63B14F057C33}"/>
              </a:ext>
            </a:extLst>
          </p:cNvPr>
          <p:cNvSpPr/>
          <p:nvPr/>
        </p:nvSpPr>
        <p:spPr>
          <a:xfrm>
            <a:off x="5536800" y="5305692"/>
            <a:ext cx="1179549" cy="770400"/>
          </a:xfrm>
          <a:prstGeom prst="roundRect">
            <a:avLst>
              <a:gd name="adj" fmla="val 2517"/>
            </a:avLst>
          </a:prstGeom>
          <a:solidFill>
            <a:schemeClr val="bg1">
              <a:lumMod val="85000"/>
              <a:alpha val="50000"/>
            </a:schemeClr>
          </a:solidFill>
          <a:ln w="15875" cap="flat">
            <a:miter lim="800000"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High-Quality</a:t>
            </a:r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Low-Cost Query Results</a:t>
            </a:r>
            <a:endParaRPr kumimoji="1" lang="zh-CN" alt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7" name="图形 156">
            <a:extLst>
              <a:ext uri="{FF2B5EF4-FFF2-40B4-BE49-F238E27FC236}">
                <a16:creationId xmlns:a16="http://schemas.microsoft.com/office/drawing/2014/main" id="{257F41B7-17F4-2B8D-3ACF-812E980437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7854" y="3450600"/>
            <a:ext cx="378000" cy="378000"/>
          </a:xfrm>
          <a:prstGeom prst="rect">
            <a:avLst/>
          </a:prstGeom>
        </p:spPr>
      </p:pic>
      <p:sp>
        <p:nvSpPr>
          <p:cNvPr id="171" name="圆角矩形 118">
            <a:extLst>
              <a:ext uri="{FF2B5EF4-FFF2-40B4-BE49-F238E27FC236}">
                <a16:creationId xmlns:a16="http://schemas.microsoft.com/office/drawing/2014/main" id="{FD5BBA9A-9B23-A169-FD69-496AA14E526F}"/>
              </a:ext>
            </a:extLst>
          </p:cNvPr>
          <p:cNvSpPr/>
          <p:nvPr/>
        </p:nvSpPr>
        <p:spPr>
          <a:xfrm>
            <a:off x="4039069" y="5375659"/>
            <a:ext cx="1116315" cy="430311"/>
          </a:xfrm>
          <a:prstGeom prst="roundRect">
            <a:avLst>
              <a:gd name="adj" fmla="val 2517"/>
            </a:avLst>
          </a:prstGeom>
          <a:solidFill>
            <a:schemeClr val="bg1">
              <a:lumMod val="85000"/>
              <a:alpha val="50000"/>
            </a:schemeClr>
          </a:solidFill>
          <a:ln w="15875" cap="flat">
            <a:miter lim="800000"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1A35564F-E87B-3E77-AE0A-114282DCB55D}"/>
              </a:ext>
            </a:extLst>
          </p:cNvPr>
          <p:cNvGrpSpPr/>
          <p:nvPr/>
        </p:nvGrpSpPr>
        <p:grpSpPr>
          <a:xfrm>
            <a:off x="3789451" y="5598340"/>
            <a:ext cx="1608436" cy="430887"/>
            <a:chOff x="9241047" y="4809955"/>
            <a:chExt cx="1485019" cy="430887"/>
          </a:xfrm>
        </p:grpSpPr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2CAC9481-5B0B-641E-3F50-4852B7250A70}"/>
                </a:ext>
              </a:extLst>
            </p:cNvPr>
            <p:cNvSpPr txBox="1"/>
            <p:nvPr/>
          </p:nvSpPr>
          <p:spPr>
            <a:xfrm>
              <a:off x="9241047" y="4809955"/>
              <a:ext cx="148501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SzPct val="90000"/>
              </a:pPr>
              <a:r>
                <a:rPr lang="en-US" altLang="zh-CN" sz="1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endParaRPr lang="en-US" altLang="zh-CN" sz="11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buSzPct val="90000"/>
              </a:pPr>
              <a:r>
                <a:rPr lang="en-US" altLang="zh-CN" sz="11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Efficiency</a:t>
              </a:r>
              <a:endParaRPr kumimoji="1" lang="zh-CN" altLang="en-US" sz="11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83" name="图形 182">
              <a:extLst>
                <a:ext uri="{FF2B5EF4-FFF2-40B4-BE49-F238E27FC236}">
                  <a16:creationId xmlns:a16="http://schemas.microsoft.com/office/drawing/2014/main" id="{46085920-CBAE-9900-8A4F-9C4ABECB6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592520" y="5051532"/>
              <a:ext cx="180402" cy="120268"/>
            </a:xfrm>
            <a:prstGeom prst="rect">
              <a:avLst/>
            </a:prstGeom>
          </p:spPr>
        </p:pic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395D0233-A15C-8BB4-76A2-FAA4051C1BC6}"/>
              </a:ext>
            </a:extLst>
          </p:cNvPr>
          <p:cNvGrpSpPr/>
          <p:nvPr/>
        </p:nvGrpSpPr>
        <p:grpSpPr>
          <a:xfrm>
            <a:off x="2901859" y="5732630"/>
            <a:ext cx="1036096" cy="523220"/>
            <a:chOff x="10082551" y="5403653"/>
            <a:chExt cx="1036096" cy="523220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05D2AE4-0E7C-44A9-5381-13CD740E6888}"/>
                </a:ext>
              </a:extLst>
            </p:cNvPr>
            <p:cNvSpPr txBox="1"/>
            <p:nvPr/>
          </p:nvSpPr>
          <p:spPr>
            <a:xfrm>
              <a:off x="10082551" y="5403653"/>
              <a:ext cx="103609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SzPct val="90000"/>
              </a:pP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altLang="zh-CN" sz="11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Flexibility</a:t>
              </a:r>
            </a:p>
            <a:p>
              <a:pPr algn="ctr">
                <a:buSzPct val="90000"/>
              </a:pPr>
              <a:r>
                <a:rPr lang="en-US" altLang="zh-CN" sz="1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endParaRPr kumimoji="1" lang="zh-CN" altLang="en-US" sz="1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81" name="图形 180">
              <a:extLst>
                <a:ext uri="{FF2B5EF4-FFF2-40B4-BE49-F238E27FC236}">
                  <a16:creationId xmlns:a16="http://schemas.microsoft.com/office/drawing/2014/main" id="{CF734E53-2979-A126-85AD-4D7FF3765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204825" y="5511331"/>
              <a:ext cx="180402" cy="120268"/>
            </a:xfrm>
            <a:prstGeom prst="rect">
              <a:avLst/>
            </a:prstGeom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2081F0C-2992-F12C-EF52-5DC8ED11AD77}"/>
              </a:ext>
            </a:extLst>
          </p:cNvPr>
          <p:cNvGrpSpPr/>
          <p:nvPr/>
        </p:nvGrpSpPr>
        <p:grpSpPr>
          <a:xfrm>
            <a:off x="6171027" y="4248267"/>
            <a:ext cx="448848" cy="324447"/>
            <a:chOff x="7203615" y="5032638"/>
            <a:chExt cx="1373451" cy="815239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75B7552-D64A-3502-EE7F-D3CF90FED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03615" y="5032638"/>
              <a:ext cx="1282797" cy="721573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C54C8130-FC9B-05D3-F9E0-B2F0529C9B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31400" y="5068161"/>
              <a:ext cx="1282797" cy="721573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11FA9591-1BF3-5A5F-B0B7-219D68C3C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59185" y="5103684"/>
              <a:ext cx="1282797" cy="721573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FC8EE91F-D171-2086-B760-C86266EBE04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94269" y="5126304"/>
              <a:ext cx="1282797" cy="721573"/>
            </a:xfrm>
            <a:prstGeom prst="rect">
              <a:avLst/>
            </a:prstGeom>
          </p:spPr>
        </p:pic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1C3AEE8-B403-EAEE-3EAC-7AEE2A60B21F}"/>
              </a:ext>
            </a:extLst>
          </p:cNvPr>
          <p:cNvGrpSpPr/>
          <p:nvPr/>
        </p:nvGrpSpPr>
        <p:grpSpPr>
          <a:xfrm>
            <a:off x="5619750" y="4230932"/>
            <a:ext cx="473265" cy="330494"/>
            <a:chOff x="7114395" y="3935135"/>
            <a:chExt cx="705242" cy="408808"/>
          </a:xfrm>
        </p:grpSpPr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C382233F-5612-A812-1547-8BE210800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114395" y="3935135"/>
              <a:ext cx="668857" cy="376232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ACD61A2C-B3B1-98A3-86C9-0505C8D18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128145" y="3955760"/>
              <a:ext cx="668857" cy="376232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1A6841AF-DC96-3F9C-3EA6-56CA53E906A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150780" y="3967711"/>
              <a:ext cx="668857" cy="376232"/>
            </a:xfrm>
            <a:prstGeom prst="rect">
              <a:avLst/>
            </a:prstGeom>
          </p:spPr>
        </p:pic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85340370-F42F-0B66-8A45-7AD9D27B2AF9}"/>
              </a:ext>
            </a:extLst>
          </p:cNvPr>
          <p:cNvGrpSpPr/>
          <p:nvPr/>
        </p:nvGrpSpPr>
        <p:grpSpPr>
          <a:xfrm>
            <a:off x="6176446" y="4627201"/>
            <a:ext cx="462340" cy="308175"/>
            <a:chOff x="7603958" y="4940865"/>
            <a:chExt cx="1097738" cy="649419"/>
          </a:xfrm>
        </p:grpSpPr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53226327-2FB0-C22E-F759-613ED5B04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603958" y="4940865"/>
              <a:ext cx="1040444" cy="585250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51497172-FDCF-D82D-E07B-EF68ED78F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625293" y="4976726"/>
              <a:ext cx="1040444" cy="585250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8493E9D9-27C6-E66A-89D0-AD07FD5B8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661252" y="5005034"/>
              <a:ext cx="1040444" cy="585250"/>
            </a:xfrm>
            <a:prstGeom prst="rect">
              <a:avLst/>
            </a:prstGeom>
          </p:spPr>
        </p:pic>
      </p:grpSp>
      <p:pic>
        <p:nvPicPr>
          <p:cNvPr id="27" name="图片 26">
            <a:extLst>
              <a:ext uri="{FF2B5EF4-FFF2-40B4-BE49-F238E27FC236}">
                <a16:creationId xmlns:a16="http://schemas.microsoft.com/office/drawing/2014/main" id="{31E99BB6-D70A-6192-060A-94269DDA5AE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37119" y="4641630"/>
            <a:ext cx="462340" cy="303272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EAD04382-1E0C-E7D3-7DB5-BF57B17224B5}"/>
              </a:ext>
            </a:extLst>
          </p:cNvPr>
          <p:cNvSpPr txBox="1"/>
          <p:nvPr/>
        </p:nvSpPr>
        <p:spPr>
          <a:xfrm>
            <a:off x="5628186" y="4896000"/>
            <a:ext cx="1053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</a:t>
            </a:r>
            <a:r>
              <a:rPr kumimoji="1" lang="zh-CN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Truth</a:t>
            </a:r>
            <a:endParaRPr kumimoji="1"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圆角矩形 118">
            <a:extLst>
              <a:ext uri="{FF2B5EF4-FFF2-40B4-BE49-F238E27FC236}">
                <a16:creationId xmlns:a16="http://schemas.microsoft.com/office/drawing/2014/main" id="{DE41C939-86BB-AEF7-B4C4-2A6591C8F82A}"/>
              </a:ext>
            </a:extLst>
          </p:cNvPr>
          <p:cNvSpPr/>
          <p:nvPr/>
        </p:nvSpPr>
        <p:spPr>
          <a:xfrm>
            <a:off x="1330669" y="4217707"/>
            <a:ext cx="1525800" cy="738352"/>
          </a:xfrm>
          <a:prstGeom prst="roundRect">
            <a:avLst>
              <a:gd name="adj" fmla="val 2517"/>
            </a:avLst>
          </a:prstGeom>
          <a:solidFill>
            <a:schemeClr val="bg1">
              <a:lumMod val="85000"/>
              <a:alpha val="50000"/>
            </a:schemeClr>
          </a:solidFill>
          <a:ln w="15875" cap="flat">
            <a:miter lim="800000"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圆角矩形 118">
            <a:extLst>
              <a:ext uri="{FF2B5EF4-FFF2-40B4-BE49-F238E27FC236}">
                <a16:creationId xmlns:a16="http://schemas.microsoft.com/office/drawing/2014/main" id="{F59FF3D7-FCD8-2EF2-3479-1EE1862C8014}"/>
              </a:ext>
            </a:extLst>
          </p:cNvPr>
          <p:cNvSpPr/>
          <p:nvPr/>
        </p:nvSpPr>
        <p:spPr>
          <a:xfrm>
            <a:off x="3035096" y="5380255"/>
            <a:ext cx="772426" cy="430311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  <a:alpha val="50000"/>
            </a:schemeClr>
          </a:solidFill>
          <a:ln w="15875" cap="flat">
            <a:miter lim="800000"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B4DADB8-088E-4077-0C52-B17EE9A8E904}"/>
              </a:ext>
            </a:extLst>
          </p:cNvPr>
          <p:cNvSpPr txBox="1"/>
          <p:nvPr/>
        </p:nvSpPr>
        <p:spPr>
          <a:xfrm>
            <a:off x="3294714" y="6009865"/>
            <a:ext cx="16725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</a:t>
            </a:r>
            <a:r>
              <a:rPr kumimoji="1" lang="zh-CN" alt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kumimoji="1" lang="zh-CN" alt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D33EFAE2-B434-3B7D-9C17-5E15D5CBDE3C}"/>
              </a:ext>
            </a:extLst>
          </p:cNvPr>
          <p:cNvGrpSpPr/>
          <p:nvPr/>
        </p:nvGrpSpPr>
        <p:grpSpPr>
          <a:xfrm>
            <a:off x="3430271" y="4227234"/>
            <a:ext cx="1922144" cy="907722"/>
            <a:chOff x="4182520" y="4303182"/>
            <a:chExt cx="1912723" cy="1143903"/>
          </a:xfrm>
        </p:grpSpPr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2DF4C976-8538-4ECD-8E9C-DACDB52A7D60}"/>
                </a:ext>
              </a:extLst>
            </p:cNvPr>
            <p:cNvSpPr txBox="1"/>
            <p:nvPr/>
          </p:nvSpPr>
          <p:spPr>
            <a:xfrm>
              <a:off x="4334494" y="5145958"/>
              <a:ext cx="1760749" cy="301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Video</a:t>
              </a:r>
              <a:r>
                <a:rPr kumimoji="1" lang="zh-CN" alt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Repositories</a:t>
              </a:r>
              <a:endParaRPr kumimoji="1" lang="zh-CN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B60F02BB-5B0A-8FB3-AEF7-3EBED23B17F8}"/>
                </a:ext>
              </a:extLst>
            </p:cNvPr>
            <p:cNvGrpSpPr/>
            <p:nvPr/>
          </p:nvGrpSpPr>
          <p:grpSpPr>
            <a:xfrm>
              <a:off x="4182520" y="4303182"/>
              <a:ext cx="1472263" cy="930072"/>
              <a:chOff x="8281972" y="5495901"/>
              <a:chExt cx="1561434" cy="901226"/>
            </a:xfrm>
          </p:grpSpPr>
          <p:pic>
            <p:nvPicPr>
              <p:cNvPr id="40" name="图片 39">
                <a:extLst>
                  <a:ext uri="{FF2B5EF4-FFF2-40B4-BE49-F238E27FC236}">
                    <a16:creationId xmlns:a16="http://schemas.microsoft.com/office/drawing/2014/main" id="{10EB71D8-A4BB-DEF4-14CD-D8F0F794FC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81972" y="5495901"/>
                <a:ext cx="1390315" cy="782053"/>
              </a:xfrm>
              <a:prstGeom prst="rect">
                <a:avLst/>
              </a:prstGeom>
            </p:spPr>
          </p:pic>
          <p:pic>
            <p:nvPicPr>
              <p:cNvPr id="41" name="图片 40">
                <a:extLst>
                  <a:ext uri="{FF2B5EF4-FFF2-40B4-BE49-F238E27FC236}">
                    <a16:creationId xmlns:a16="http://schemas.microsoft.com/office/drawing/2014/main" id="{4A87170D-3FDE-C312-626A-33AC1DEBD1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310619" y="5517674"/>
                <a:ext cx="1390315" cy="782053"/>
              </a:xfrm>
              <a:prstGeom prst="rect">
                <a:avLst/>
              </a:prstGeom>
            </p:spPr>
          </p:pic>
          <p:pic>
            <p:nvPicPr>
              <p:cNvPr id="42" name="图片 41">
                <a:extLst>
                  <a:ext uri="{FF2B5EF4-FFF2-40B4-BE49-F238E27FC236}">
                    <a16:creationId xmlns:a16="http://schemas.microsoft.com/office/drawing/2014/main" id="{3BDFC2DA-A965-6C26-9B3F-A98EB70E4B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345569" y="5546322"/>
                <a:ext cx="1390315" cy="782053"/>
              </a:xfrm>
              <a:prstGeom prst="rect">
                <a:avLst/>
              </a:prstGeom>
            </p:spPr>
          </p:pic>
          <p:pic>
            <p:nvPicPr>
              <p:cNvPr id="43" name="图片 42">
                <a:extLst>
                  <a:ext uri="{FF2B5EF4-FFF2-40B4-BE49-F238E27FC236}">
                    <a16:creationId xmlns:a16="http://schemas.microsoft.com/office/drawing/2014/main" id="{C4815CA5-CDCB-3009-1397-DB41D6A3A3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382277" y="5568095"/>
                <a:ext cx="1390315" cy="782053"/>
              </a:xfrm>
              <a:prstGeom prst="rect">
                <a:avLst/>
              </a:prstGeom>
            </p:spPr>
          </p:pic>
          <p:pic>
            <p:nvPicPr>
              <p:cNvPr id="44" name="图片 43">
                <a:extLst>
                  <a:ext uri="{FF2B5EF4-FFF2-40B4-BE49-F238E27FC236}">
                    <a16:creationId xmlns:a16="http://schemas.microsoft.com/office/drawing/2014/main" id="{CE27D3F6-2177-90CE-F730-A1CD9CBDFF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424900" y="5589868"/>
                <a:ext cx="1390315" cy="782053"/>
              </a:xfrm>
              <a:prstGeom prst="rect">
                <a:avLst/>
              </a:prstGeom>
            </p:spPr>
          </p:pic>
          <p:pic>
            <p:nvPicPr>
              <p:cNvPr id="45" name="图片 44">
                <a:extLst>
                  <a:ext uri="{FF2B5EF4-FFF2-40B4-BE49-F238E27FC236}">
                    <a16:creationId xmlns:a16="http://schemas.microsoft.com/office/drawing/2014/main" id="{9E9A05C3-D908-992E-CA52-19BFA3B460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453091" y="5615074"/>
                <a:ext cx="1390315" cy="782053"/>
              </a:xfrm>
              <a:prstGeom prst="rect">
                <a:avLst/>
              </a:prstGeom>
            </p:spPr>
          </p:pic>
        </p:grpSp>
      </p:grpSp>
      <p:sp>
        <p:nvSpPr>
          <p:cNvPr id="50" name="文本框 49">
            <a:extLst>
              <a:ext uri="{FF2B5EF4-FFF2-40B4-BE49-F238E27FC236}">
                <a16:creationId xmlns:a16="http://schemas.microsoft.com/office/drawing/2014/main" id="{E00CCA31-8151-72AD-DA80-C7C2BA0083CC}"/>
              </a:ext>
            </a:extLst>
          </p:cNvPr>
          <p:cNvSpPr txBox="1"/>
          <p:nvPr/>
        </p:nvSpPr>
        <p:spPr>
          <a:xfrm>
            <a:off x="3065899" y="2955716"/>
            <a:ext cx="2151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kumimoji="1" lang="zh-CN" alt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  <a:endParaRPr kumimoji="1" lang="zh-CN" alt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7" name="图形 56">
            <a:extLst>
              <a:ext uri="{FF2B5EF4-FFF2-40B4-BE49-F238E27FC236}">
                <a16:creationId xmlns:a16="http://schemas.microsoft.com/office/drawing/2014/main" id="{E2621A81-10DA-514B-E87E-4EB6ADABA54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273232" y="5535329"/>
            <a:ext cx="144000" cy="144000"/>
          </a:xfrm>
          <a:prstGeom prst="rect">
            <a:avLst/>
          </a:prstGeom>
        </p:spPr>
      </p:pic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1833BE1C-CA03-F78E-DCB9-A86ADFF0D4E4}"/>
              </a:ext>
            </a:extLst>
          </p:cNvPr>
          <p:cNvCxnSpPr>
            <a:cxnSpLocks/>
          </p:cNvCxnSpPr>
          <p:nvPr/>
        </p:nvCxnSpPr>
        <p:spPr>
          <a:xfrm>
            <a:off x="3845944" y="5599813"/>
            <a:ext cx="18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9F0B8279-B5A9-4A28-91F0-76EDDBE0082F}"/>
              </a:ext>
            </a:extLst>
          </p:cNvPr>
          <p:cNvSpPr txBox="1"/>
          <p:nvPr/>
        </p:nvSpPr>
        <p:spPr>
          <a:xfrm>
            <a:off x="2824004" y="3204636"/>
            <a:ext cx="244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72000"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Cross-Modal Retrieval Models,</a:t>
            </a:r>
            <a:r>
              <a:rPr kumimoji="1"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 as</a:t>
            </a:r>
            <a:r>
              <a:rPr kumimoji="1"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CLIP</a:t>
            </a:r>
          </a:p>
          <a:p>
            <a:pPr marL="171450" indent="-72000">
              <a:buFont typeface="Arial" panose="020B0604020202020204" pitchFamily="34" charset="0"/>
              <a:buChar char="•"/>
            </a:pPr>
            <a:r>
              <a:rPr kumimoji="1" lang="en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DNN</a:t>
            </a:r>
            <a:r>
              <a:rPr kumimoji="1"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-based</a:t>
            </a:r>
            <a:r>
              <a:rPr kumimoji="1" lang="en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Frame-by-frame Processing, such as Mask R-CNN</a:t>
            </a:r>
            <a:endParaRPr kumimoji="1"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C63137A-AD66-401F-BBDD-A8739EF83AB9}"/>
              </a:ext>
            </a:extLst>
          </p:cNvPr>
          <p:cNvCxnSpPr/>
          <p:nvPr/>
        </p:nvCxnSpPr>
        <p:spPr>
          <a:xfrm>
            <a:off x="5230344" y="3620991"/>
            <a:ext cx="25200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F06E5CB2-0D0F-4C19-BC14-07117ECF7D15}"/>
              </a:ext>
            </a:extLst>
          </p:cNvPr>
          <p:cNvCxnSpPr>
            <a:cxnSpLocks/>
          </p:cNvCxnSpPr>
          <p:nvPr/>
        </p:nvCxnSpPr>
        <p:spPr>
          <a:xfrm flipV="1">
            <a:off x="4180856" y="4040660"/>
            <a:ext cx="0" cy="14400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1C195D3B-ACE2-4D3D-82DF-838C2EE13745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79600" y="5126918"/>
            <a:ext cx="0" cy="14400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D0C041F7-52FC-4A3A-AF56-4C5EF055A111}"/>
              </a:ext>
            </a:extLst>
          </p:cNvPr>
          <p:cNvCxnSpPr/>
          <p:nvPr/>
        </p:nvCxnSpPr>
        <p:spPr>
          <a:xfrm>
            <a:off x="5095865" y="4588248"/>
            <a:ext cx="25200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FEF64D01-07F9-40D9-AA6C-1D451FB05878}"/>
              </a:ext>
            </a:extLst>
          </p:cNvPr>
          <p:cNvCxnSpPr/>
          <p:nvPr/>
        </p:nvCxnSpPr>
        <p:spPr>
          <a:xfrm>
            <a:off x="5230800" y="5704282"/>
            <a:ext cx="25200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9E6DC3FC-30EF-46CC-AE20-5A28186956EC}"/>
              </a:ext>
            </a:extLst>
          </p:cNvPr>
          <p:cNvCxnSpPr/>
          <p:nvPr/>
        </p:nvCxnSpPr>
        <p:spPr>
          <a:xfrm>
            <a:off x="2985296" y="4596525"/>
            <a:ext cx="25200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88CDE166-BE85-412B-89CC-3675277E1DA4}"/>
              </a:ext>
            </a:extLst>
          </p:cNvPr>
          <p:cNvCxnSpPr>
            <a:cxnSpLocks/>
          </p:cNvCxnSpPr>
          <p:nvPr/>
        </p:nvCxnSpPr>
        <p:spPr>
          <a:xfrm flipV="1">
            <a:off x="2192400" y="3647064"/>
            <a:ext cx="582802" cy="468000"/>
          </a:xfrm>
          <a:prstGeom prst="bentConnector3">
            <a:avLst>
              <a:gd name="adj1" fmla="val -1724"/>
            </a:avLst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连接符: 肘形 68">
            <a:extLst>
              <a:ext uri="{FF2B5EF4-FFF2-40B4-BE49-F238E27FC236}">
                <a16:creationId xmlns:a16="http://schemas.microsoft.com/office/drawing/2014/main" id="{045289AE-8A1F-49A8-9B06-11D91074EE92}"/>
              </a:ext>
            </a:extLst>
          </p:cNvPr>
          <p:cNvCxnSpPr/>
          <p:nvPr/>
        </p:nvCxnSpPr>
        <p:spPr>
          <a:xfrm>
            <a:off x="2190536" y="5240250"/>
            <a:ext cx="583200" cy="468000"/>
          </a:xfrm>
          <a:prstGeom prst="bentConnector3">
            <a:avLst>
              <a:gd name="adj1" fmla="val 564"/>
            </a:avLst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B04494D6-9BB0-4FFD-9F13-D325CC4B2B56}"/>
              </a:ext>
            </a:extLst>
          </p:cNvPr>
          <p:cNvSpPr txBox="1"/>
          <p:nvPr/>
        </p:nvSpPr>
        <p:spPr>
          <a:xfrm>
            <a:off x="3861509" y="5329226"/>
            <a:ext cx="1380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9450" algn="ctr"/>
            <a:r>
              <a:rPr kumimoji="1"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Approximate Query Processing </a:t>
            </a:r>
          </a:p>
          <a:p>
            <a:pPr marL="171450" indent="-72000">
              <a:buFont typeface="Arial" panose="020B0604020202020204" pitchFamily="34" charset="0"/>
              <a:buChar char="•"/>
            </a:pPr>
            <a:endParaRPr kumimoji="1"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8101FC1C-C21A-41E6-86CB-C06542E8EA16}"/>
              </a:ext>
            </a:extLst>
          </p:cNvPr>
          <p:cNvSpPr txBox="1"/>
          <p:nvPr/>
        </p:nvSpPr>
        <p:spPr>
          <a:xfrm>
            <a:off x="2934741" y="5341981"/>
            <a:ext cx="979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Relevant</a:t>
            </a:r>
            <a:r>
              <a:rPr kumimoji="1"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Clip</a:t>
            </a:r>
            <a:r>
              <a:rPr kumimoji="1"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endParaRPr kumimoji="1"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746221EF-1F3E-4563-8385-5430620047C9}"/>
              </a:ext>
            </a:extLst>
          </p:cNvPr>
          <p:cNvSpPr txBox="1"/>
          <p:nvPr/>
        </p:nvSpPr>
        <p:spPr>
          <a:xfrm>
            <a:off x="1330669" y="4173782"/>
            <a:ext cx="1586516" cy="72987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video clips of at least </a:t>
            </a:r>
            <a:r>
              <a:rPr kumimoji="1" lang="en-US" altLang="zh-CN" sz="1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kumimoji="1"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seconds, with at least </a:t>
            </a:r>
            <a:r>
              <a:rPr kumimoji="1" lang="en-US" altLang="zh-CN" sz="1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1" lang="en-US" altLang="zh-CN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vehicles in each frame</a:t>
            </a:r>
          </a:p>
        </p:txBody>
      </p:sp>
    </p:spTree>
    <p:extLst>
      <p:ext uri="{BB962C8B-B14F-4D97-AF65-F5344CB8AC3E}">
        <p14:creationId xmlns:p14="http://schemas.microsoft.com/office/powerpoint/2010/main" val="324481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圆角矩形 139">
            <a:extLst>
              <a:ext uri="{FF2B5EF4-FFF2-40B4-BE49-F238E27FC236}">
                <a16:creationId xmlns:a16="http://schemas.microsoft.com/office/drawing/2014/main" id="{D06132CB-6D83-43F1-B538-818338678D1C}"/>
              </a:ext>
            </a:extLst>
          </p:cNvPr>
          <p:cNvSpPr/>
          <p:nvPr/>
        </p:nvSpPr>
        <p:spPr>
          <a:xfrm>
            <a:off x="4228021" y="3710840"/>
            <a:ext cx="3503643" cy="700839"/>
          </a:xfrm>
          <a:prstGeom prst="roundRect">
            <a:avLst>
              <a:gd name="adj" fmla="val 1938"/>
            </a:avLst>
          </a:prstGeom>
          <a:solidFill>
            <a:schemeClr val="bg1">
              <a:lumMod val="85000"/>
              <a:alpha val="5000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6C75753F-E1B8-D2E9-CA92-BDB7F66DBBD9}"/>
              </a:ext>
            </a:extLst>
          </p:cNvPr>
          <p:cNvSpPr/>
          <p:nvPr/>
        </p:nvSpPr>
        <p:spPr>
          <a:xfrm>
            <a:off x="4241224" y="4770182"/>
            <a:ext cx="3495076" cy="730813"/>
          </a:xfrm>
          <a:prstGeom prst="roundRect">
            <a:avLst>
              <a:gd name="adj" fmla="val 1938"/>
            </a:avLst>
          </a:prstGeom>
          <a:solidFill>
            <a:schemeClr val="bg1">
              <a:lumMod val="85000"/>
              <a:alpha val="5000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31F6588-DD94-40D4-CEF0-836674DE6DC7}"/>
              </a:ext>
            </a:extLst>
          </p:cNvPr>
          <p:cNvSpPr/>
          <p:nvPr/>
        </p:nvSpPr>
        <p:spPr>
          <a:xfrm>
            <a:off x="5251509" y="2700463"/>
            <a:ext cx="2484791" cy="712642"/>
          </a:xfrm>
          <a:prstGeom prst="roundRect">
            <a:avLst>
              <a:gd name="adj" fmla="val 4313"/>
            </a:avLst>
          </a:prstGeom>
          <a:solidFill>
            <a:schemeClr val="bg1">
              <a:lumMod val="85000"/>
              <a:alpha val="50000"/>
            </a:schemeClr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" name="圆角矩形 183">
            <a:extLst>
              <a:ext uri="{FF2B5EF4-FFF2-40B4-BE49-F238E27FC236}">
                <a16:creationId xmlns:a16="http://schemas.microsoft.com/office/drawing/2014/main" id="{4E3AD3AE-0958-7C52-1588-25599FDA7362}"/>
              </a:ext>
            </a:extLst>
          </p:cNvPr>
          <p:cNvSpPr/>
          <p:nvPr/>
        </p:nvSpPr>
        <p:spPr>
          <a:xfrm>
            <a:off x="1949346" y="3938759"/>
            <a:ext cx="1854737" cy="1562235"/>
          </a:xfrm>
          <a:prstGeom prst="roundRect">
            <a:avLst>
              <a:gd name="adj" fmla="val 2472"/>
            </a:avLst>
          </a:prstGeom>
          <a:solidFill>
            <a:schemeClr val="bg1">
              <a:lumMod val="85000"/>
              <a:alpha val="50000"/>
            </a:schemeClr>
          </a:solidFill>
          <a:ln w="15875" cap="flat">
            <a:miter lim="800000"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圆角矩形 118">
            <a:extLst>
              <a:ext uri="{FF2B5EF4-FFF2-40B4-BE49-F238E27FC236}">
                <a16:creationId xmlns:a16="http://schemas.microsoft.com/office/drawing/2014/main" id="{7182E683-F6C5-D2B9-5D1A-4251CC29ABA4}"/>
              </a:ext>
            </a:extLst>
          </p:cNvPr>
          <p:cNvSpPr/>
          <p:nvPr/>
        </p:nvSpPr>
        <p:spPr>
          <a:xfrm>
            <a:off x="1952540" y="2700463"/>
            <a:ext cx="1854736" cy="1131815"/>
          </a:xfrm>
          <a:prstGeom prst="roundRect">
            <a:avLst>
              <a:gd name="adj" fmla="val 2517"/>
            </a:avLst>
          </a:prstGeom>
          <a:solidFill>
            <a:schemeClr val="bg1">
              <a:lumMod val="85000"/>
              <a:alpha val="50000"/>
            </a:schemeClr>
          </a:solidFill>
          <a:ln w="15875" cap="flat">
            <a:miter lim="800000"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 </a:t>
            </a:r>
            <a:r>
              <a:rPr kumimoji="1" lang="en-US" altLang="zh-CN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relevant_clips</a:t>
            </a:r>
            <a:endParaRPr kumimoji="1" lang="en-US" altLang="zh-CN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 </a:t>
            </a:r>
            <a:r>
              <a:rPr kumimoji="1" lang="en-US" altLang="zh-CN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road_video</a:t>
            </a:r>
            <a:endParaRPr kumimoji="1" lang="en-US" altLang="zh-CN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duration &gt;=</a:t>
            </a:r>
            <a:r>
              <a:rPr kumimoji="1" lang="en-US" altLang="zh-CN" sz="11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</a:t>
            </a:r>
            <a:r>
              <a:rPr kumimoji="1"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kumimoji="1"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AND </a:t>
            </a:r>
            <a:r>
              <a:rPr kumimoji="1" lang="en-US" altLang="zh-CN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count_vehicles</a:t>
            </a:r>
            <a:r>
              <a:rPr kumimoji="1"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&gt;= </a:t>
            </a:r>
            <a:r>
              <a:rPr kumimoji="1" lang="en-US" altLang="zh-CN" sz="11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1"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  <a:p>
            <a:r>
              <a:rPr kumimoji="1"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  LEVEL  </a:t>
            </a:r>
            <a:r>
              <a:rPr kumimoji="1" lang="en-US" altLang="zh-CN" sz="11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</a:t>
            </a:r>
          </a:p>
          <a:p>
            <a:r>
              <a:rPr kumimoji="1"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  </a:t>
            </a:r>
            <a:r>
              <a:rPr kumimoji="1" lang="en-US" altLang="zh-CN" sz="11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5000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FA543BB-F7C0-2D49-D1B5-5796599591CB}"/>
              </a:ext>
            </a:extLst>
          </p:cNvPr>
          <p:cNvGrpSpPr/>
          <p:nvPr/>
        </p:nvGrpSpPr>
        <p:grpSpPr>
          <a:xfrm>
            <a:off x="4228022" y="2889204"/>
            <a:ext cx="719573" cy="530883"/>
            <a:chOff x="8281972" y="5495901"/>
            <a:chExt cx="1561434" cy="901226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B23252AB-BD44-117D-B4BF-892CD1CB6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81972" y="5495901"/>
              <a:ext cx="1390315" cy="782053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6878E8C-7701-74C4-05F3-2A02A786A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10619" y="5517674"/>
              <a:ext cx="1390315" cy="782053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A5C547F1-D699-1E56-F39F-E60AABCBCF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45569" y="5546322"/>
              <a:ext cx="1390315" cy="782053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7FB72CFD-4D62-BCC9-A52E-E764487DA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277" y="5568095"/>
              <a:ext cx="1390315" cy="782053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A2451F2-1410-D733-14DC-089E6A78B3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24900" y="5589868"/>
              <a:ext cx="1390315" cy="782053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479D79C4-37B4-0C1A-69B5-6CD8EF42C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53092" y="5615074"/>
              <a:ext cx="1390314" cy="782053"/>
            </a:xfrm>
            <a:prstGeom prst="rect">
              <a:avLst/>
            </a:prstGeom>
          </p:spPr>
        </p:pic>
      </p:grp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03583570-6779-E296-EF24-29F20A50704F}"/>
              </a:ext>
            </a:extLst>
          </p:cNvPr>
          <p:cNvSpPr/>
          <p:nvPr/>
        </p:nvSpPr>
        <p:spPr>
          <a:xfrm>
            <a:off x="4293889" y="3788001"/>
            <a:ext cx="1453880" cy="566425"/>
          </a:xfrm>
          <a:prstGeom prst="roundRect">
            <a:avLst>
              <a:gd name="adj" fmla="val 0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2E212DD8-5488-6EB2-A287-974B5D194D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183" y="2804240"/>
            <a:ext cx="370636" cy="343971"/>
          </a:xfrm>
          <a:prstGeom prst="rect">
            <a:avLst/>
          </a:prstGeom>
        </p:spPr>
      </p:pic>
      <p:sp>
        <p:nvSpPr>
          <p:cNvPr id="65" name="文本框 64">
            <a:extLst>
              <a:ext uri="{FF2B5EF4-FFF2-40B4-BE49-F238E27FC236}">
                <a16:creationId xmlns:a16="http://schemas.microsoft.com/office/drawing/2014/main" id="{7287DA03-3D29-1B08-AA27-C80628518BE2}"/>
              </a:ext>
            </a:extLst>
          </p:cNvPr>
          <p:cNvSpPr txBox="1"/>
          <p:nvPr/>
        </p:nvSpPr>
        <p:spPr>
          <a:xfrm>
            <a:off x="5842393" y="3106317"/>
            <a:ext cx="1286145" cy="352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kumimoji="1"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</a:t>
            </a:r>
            <a:r>
              <a:rPr kumimoji="1"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</a:t>
            </a:r>
            <a:endParaRPr kumimoji="1" lang="zh-CN" alt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9" name="图片 68">
            <a:extLst>
              <a:ext uri="{FF2B5EF4-FFF2-40B4-BE49-F238E27FC236}">
                <a16:creationId xmlns:a16="http://schemas.microsoft.com/office/drawing/2014/main" id="{7DA2F8A4-5C87-D2D5-91A3-86E94426E5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7980" y="2781891"/>
            <a:ext cx="410625" cy="381083"/>
          </a:xfrm>
          <a:prstGeom prst="rect">
            <a:avLst/>
          </a:prstGeom>
        </p:spPr>
      </p:pic>
      <p:sp>
        <p:nvSpPr>
          <p:cNvPr id="129" name="文本框 128">
            <a:extLst>
              <a:ext uri="{FF2B5EF4-FFF2-40B4-BE49-F238E27FC236}">
                <a16:creationId xmlns:a16="http://schemas.microsoft.com/office/drawing/2014/main" id="{1EEC2A91-AC10-5D72-D2CB-FAE9E73CB6C3}"/>
              </a:ext>
            </a:extLst>
          </p:cNvPr>
          <p:cNvSpPr txBox="1"/>
          <p:nvPr/>
        </p:nvSpPr>
        <p:spPr>
          <a:xfrm>
            <a:off x="3522236" y="2957807"/>
            <a:ext cx="9576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5" name="图片 134">
            <a:extLst>
              <a:ext uri="{FF2B5EF4-FFF2-40B4-BE49-F238E27FC236}">
                <a16:creationId xmlns:a16="http://schemas.microsoft.com/office/drawing/2014/main" id="{52969AC8-0148-E3F2-7576-D82EA81BF3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385348" y="2789835"/>
            <a:ext cx="407632" cy="378306"/>
          </a:xfrm>
          <a:prstGeom prst="rect">
            <a:avLst/>
          </a:prstGeom>
        </p:spPr>
      </p:pic>
      <p:sp>
        <p:nvSpPr>
          <p:cNvPr id="136" name="文本框 135">
            <a:extLst>
              <a:ext uri="{FF2B5EF4-FFF2-40B4-BE49-F238E27FC236}">
                <a16:creationId xmlns:a16="http://schemas.microsoft.com/office/drawing/2014/main" id="{9426BC43-A1F0-A1F5-02C6-FD1BEC66D520}"/>
              </a:ext>
            </a:extLst>
          </p:cNvPr>
          <p:cNvSpPr txBox="1"/>
          <p:nvPr/>
        </p:nvSpPr>
        <p:spPr>
          <a:xfrm>
            <a:off x="5065880" y="3109544"/>
            <a:ext cx="1056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Proxy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FAC4610-9F8B-306C-453F-6DBD287ED51C}"/>
              </a:ext>
            </a:extLst>
          </p:cNvPr>
          <p:cNvSpPr txBox="1"/>
          <p:nvPr/>
        </p:nvSpPr>
        <p:spPr>
          <a:xfrm>
            <a:off x="5478942" y="3412800"/>
            <a:ext cx="14085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19E706CF-2269-7F28-EBD4-9BDD5C753D72}"/>
              </a:ext>
            </a:extLst>
          </p:cNvPr>
          <p:cNvSpPr txBox="1"/>
          <p:nvPr/>
        </p:nvSpPr>
        <p:spPr>
          <a:xfrm>
            <a:off x="5557872" y="2754000"/>
            <a:ext cx="910078" cy="269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00"/>
              </a:lnSpc>
            </a:pPr>
            <a:r>
              <a:rPr kumimoji="1"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68762C58-0570-A583-5D4C-90DD0770B284}"/>
              </a:ext>
            </a:extLst>
          </p:cNvPr>
          <p:cNvSpPr txBox="1"/>
          <p:nvPr/>
        </p:nvSpPr>
        <p:spPr>
          <a:xfrm>
            <a:off x="6488760" y="2754000"/>
            <a:ext cx="7468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60FC8EBF-4D8E-AE8B-994F-71E9BCF15A9A}"/>
              </a:ext>
            </a:extLst>
          </p:cNvPr>
          <p:cNvSpPr txBox="1"/>
          <p:nvPr/>
        </p:nvSpPr>
        <p:spPr>
          <a:xfrm>
            <a:off x="5940823" y="3763816"/>
            <a:ext cx="16328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</a:t>
            </a:r>
            <a:r>
              <a:rPr kumimoji="1" lang="zh-CN" altLang="en-US" sz="11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1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</a:t>
            </a:r>
            <a:r>
              <a:rPr kumimoji="1" lang="zh-CN" altLang="en-US" sz="11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1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Clips</a:t>
            </a:r>
            <a:endParaRPr kumimoji="1" lang="zh-CN" altLang="en-US" sz="1100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8" name="图片 167">
            <a:extLst>
              <a:ext uri="{FF2B5EF4-FFF2-40B4-BE49-F238E27FC236}">
                <a16:creationId xmlns:a16="http://schemas.microsoft.com/office/drawing/2014/main" id="{66124CDD-9377-2329-34C1-081AD39D74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118" y="4881600"/>
            <a:ext cx="373490" cy="373490"/>
          </a:xfrm>
          <a:prstGeom prst="rect">
            <a:avLst/>
          </a:prstGeom>
        </p:spPr>
      </p:pic>
      <p:sp>
        <p:nvSpPr>
          <p:cNvPr id="169" name="文本框 168">
            <a:extLst>
              <a:ext uri="{FF2B5EF4-FFF2-40B4-BE49-F238E27FC236}">
                <a16:creationId xmlns:a16="http://schemas.microsoft.com/office/drawing/2014/main" id="{17F32DC9-25BF-D203-B2A4-E367178477B3}"/>
              </a:ext>
            </a:extLst>
          </p:cNvPr>
          <p:cNvSpPr txBox="1"/>
          <p:nvPr/>
        </p:nvSpPr>
        <p:spPr>
          <a:xfrm>
            <a:off x="5684557" y="4812239"/>
            <a:ext cx="657469" cy="506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700"/>
              </a:lnSpc>
            </a:pPr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Input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517885D5-A492-C273-C17D-E237DD8A3334}"/>
              </a:ext>
            </a:extLst>
          </p:cNvPr>
          <p:cNvSpPr txBox="1"/>
          <p:nvPr/>
        </p:nvSpPr>
        <p:spPr>
          <a:xfrm>
            <a:off x="7073579" y="4438800"/>
            <a:ext cx="955400" cy="349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Propagate Labels </a:t>
            </a: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71084890-7963-7DE1-585B-8288ACE8E3AF}"/>
              </a:ext>
            </a:extLst>
          </p:cNvPr>
          <p:cNvSpPr txBox="1"/>
          <p:nvPr/>
        </p:nvSpPr>
        <p:spPr>
          <a:xfrm>
            <a:off x="6364470" y="4841225"/>
            <a:ext cx="952956" cy="279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034E5B5A-DA57-268F-5781-79D5047B5124}"/>
              </a:ext>
            </a:extLst>
          </p:cNvPr>
          <p:cNvSpPr txBox="1"/>
          <p:nvPr/>
        </p:nvSpPr>
        <p:spPr>
          <a:xfrm>
            <a:off x="6486572" y="5206021"/>
            <a:ext cx="1408544" cy="349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kumimoji="1"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Probability</a:t>
            </a:r>
            <a:r>
              <a:rPr kumimoji="1"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</a:t>
            </a:r>
            <a:endParaRPr kumimoji="1" lang="zh-CN" alt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AEA7AC1F-147E-7209-D9A1-408005C66395}"/>
              </a:ext>
            </a:extLst>
          </p:cNvPr>
          <p:cNvSpPr txBox="1"/>
          <p:nvPr/>
        </p:nvSpPr>
        <p:spPr>
          <a:xfrm>
            <a:off x="4518791" y="4809600"/>
            <a:ext cx="1115052" cy="697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700"/>
              </a:lnSpc>
            </a:pPr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Confidence </a:t>
            </a:r>
          </a:p>
          <a:p>
            <a:pPr algn="ctr"/>
            <a:endParaRPr kumimoji="1" lang="en-US" altLang="zh-C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0" name="图片 179">
            <a:extLst>
              <a:ext uri="{FF2B5EF4-FFF2-40B4-BE49-F238E27FC236}">
                <a16:creationId xmlns:a16="http://schemas.microsoft.com/office/drawing/2014/main" id="{F0D1B80F-225B-9C51-5C45-FE60F40553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870" y="4881600"/>
            <a:ext cx="407727" cy="407727"/>
          </a:xfrm>
          <a:prstGeom prst="rect">
            <a:avLst/>
          </a:prstGeom>
        </p:spPr>
      </p:pic>
      <p:sp>
        <p:nvSpPr>
          <p:cNvPr id="211" name="文本框 210">
            <a:extLst>
              <a:ext uri="{FF2B5EF4-FFF2-40B4-BE49-F238E27FC236}">
                <a16:creationId xmlns:a16="http://schemas.microsoft.com/office/drawing/2014/main" id="{73F00161-70EC-171C-C52E-3CD19D77EFA0}"/>
              </a:ext>
            </a:extLst>
          </p:cNvPr>
          <p:cNvSpPr txBox="1"/>
          <p:nvPr/>
        </p:nvSpPr>
        <p:spPr>
          <a:xfrm>
            <a:off x="3556021" y="4787444"/>
            <a:ext cx="930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2" name="组合 211">
            <a:extLst>
              <a:ext uri="{FF2B5EF4-FFF2-40B4-BE49-F238E27FC236}">
                <a16:creationId xmlns:a16="http://schemas.microsoft.com/office/drawing/2014/main" id="{B7C50FDF-B7B3-0094-FB4F-7DF811EA1A2F}"/>
              </a:ext>
            </a:extLst>
          </p:cNvPr>
          <p:cNvGrpSpPr/>
          <p:nvPr/>
        </p:nvGrpSpPr>
        <p:grpSpPr>
          <a:xfrm>
            <a:off x="2400030" y="4010850"/>
            <a:ext cx="978671" cy="651884"/>
            <a:chOff x="2328545" y="3660140"/>
            <a:chExt cx="2089713" cy="1480931"/>
          </a:xfrm>
        </p:grpSpPr>
        <p:grpSp>
          <p:nvGrpSpPr>
            <p:cNvPr id="213" name="组合 212">
              <a:extLst>
                <a:ext uri="{FF2B5EF4-FFF2-40B4-BE49-F238E27FC236}">
                  <a16:creationId xmlns:a16="http://schemas.microsoft.com/office/drawing/2014/main" id="{945FF9B9-B83D-65EE-E542-EA41C1C275C6}"/>
                </a:ext>
              </a:extLst>
            </p:cNvPr>
            <p:cNvGrpSpPr/>
            <p:nvPr/>
          </p:nvGrpSpPr>
          <p:grpSpPr>
            <a:xfrm>
              <a:off x="3403799" y="3714073"/>
              <a:ext cx="1007256" cy="670309"/>
              <a:chOff x="7203615" y="5032638"/>
              <a:chExt cx="1373451" cy="815239"/>
            </a:xfrm>
          </p:grpSpPr>
          <p:pic>
            <p:nvPicPr>
              <p:cNvPr id="222" name="图片 221">
                <a:extLst>
                  <a:ext uri="{FF2B5EF4-FFF2-40B4-BE49-F238E27FC236}">
                    <a16:creationId xmlns:a16="http://schemas.microsoft.com/office/drawing/2014/main" id="{C7818750-339D-D26F-7DD3-D90057BDBC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03615" y="5032638"/>
                <a:ext cx="1282797" cy="721573"/>
              </a:xfrm>
              <a:prstGeom prst="rect">
                <a:avLst/>
              </a:prstGeom>
            </p:spPr>
          </p:pic>
          <p:pic>
            <p:nvPicPr>
              <p:cNvPr id="223" name="图片 222">
                <a:extLst>
                  <a:ext uri="{FF2B5EF4-FFF2-40B4-BE49-F238E27FC236}">
                    <a16:creationId xmlns:a16="http://schemas.microsoft.com/office/drawing/2014/main" id="{3193B6DC-A9F7-C471-C217-11D82C8A8C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31400" y="5068161"/>
                <a:ext cx="1282797" cy="721573"/>
              </a:xfrm>
              <a:prstGeom prst="rect">
                <a:avLst/>
              </a:prstGeom>
            </p:spPr>
          </p:pic>
          <p:pic>
            <p:nvPicPr>
              <p:cNvPr id="224" name="图片 223">
                <a:extLst>
                  <a:ext uri="{FF2B5EF4-FFF2-40B4-BE49-F238E27FC236}">
                    <a16:creationId xmlns:a16="http://schemas.microsoft.com/office/drawing/2014/main" id="{092ABA66-3C02-C633-30D2-3BCF3FA79F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59185" y="5103684"/>
                <a:ext cx="1282797" cy="721573"/>
              </a:xfrm>
              <a:prstGeom prst="rect">
                <a:avLst/>
              </a:prstGeom>
            </p:spPr>
          </p:pic>
          <p:pic>
            <p:nvPicPr>
              <p:cNvPr id="225" name="图片 224">
                <a:extLst>
                  <a:ext uri="{FF2B5EF4-FFF2-40B4-BE49-F238E27FC236}">
                    <a16:creationId xmlns:a16="http://schemas.microsoft.com/office/drawing/2014/main" id="{D91D9572-0F0F-6C8F-64AB-03655725E9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94269" y="5126304"/>
                <a:ext cx="1282797" cy="721573"/>
              </a:xfrm>
              <a:prstGeom prst="rect">
                <a:avLst/>
              </a:prstGeom>
            </p:spPr>
          </p:pic>
        </p:grpSp>
        <p:pic>
          <p:nvPicPr>
            <p:cNvPr id="214" name="图片 213">
              <a:extLst>
                <a:ext uri="{FF2B5EF4-FFF2-40B4-BE49-F238E27FC236}">
                  <a16:creationId xmlns:a16="http://schemas.microsoft.com/office/drawing/2014/main" id="{5694733E-3298-6829-2706-7FE5CCA6D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28545" y="3660140"/>
              <a:ext cx="969645" cy="727710"/>
            </a:xfrm>
            <a:prstGeom prst="rect">
              <a:avLst/>
            </a:prstGeom>
          </p:spPr>
        </p:pic>
        <p:pic>
          <p:nvPicPr>
            <p:cNvPr id="215" name="图片 214">
              <a:extLst>
                <a:ext uri="{FF2B5EF4-FFF2-40B4-BE49-F238E27FC236}">
                  <a16:creationId xmlns:a16="http://schemas.microsoft.com/office/drawing/2014/main" id="{631DE4AB-940A-71D4-7403-02BE8FC9435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48230" y="3699510"/>
              <a:ext cx="969645" cy="727710"/>
            </a:xfrm>
            <a:prstGeom prst="rect">
              <a:avLst/>
            </a:prstGeom>
          </p:spPr>
        </p:pic>
        <p:pic>
          <p:nvPicPr>
            <p:cNvPr id="216" name="图片 215">
              <a:extLst>
                <a:ext uri="{FF2B5EF4-FFF2-40B4-BE49-F238E27FC236}">
                  <a16:creationId xmlns:a16="http://schemas.microsoft.com/office/drawing/2014/main" id="{564B02CC-D711-F49A-817D-080855FB3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81250" y="3723005"/>
              <a:ext cx="969645" cy="727710"/>
            </a:xfrm>
            <a:prstGeom prst="rect">
              <a:avLst/>
            </a:prstGeom>
          </p:spPr>
        </p:pic>
        <p:grpSp>
          <p:nvGrpSpPr>
            <p:cNvPr id="217" name="组合 216">
              <a:extLst>
                <a:ext uri="{FF2B5EF4-FFF2-40B4-BE49-F238E27FC236}">
                  <a16:creationId xmlns:a16="http://schemas.microsoft.com/office/drawing/2014/main" id="{D76FCC2D-C2C2-8883-FC0D-331345AB9494}"/>
                </a:ext>
              </a:extLst>
            </p:cNvPr>
            <p:cNvGrpSpPr/>
            <p:nvPr/>
          </p:nvGrpSpPr>
          <p:grpSpPr>
            <a:xfrm>
              <a:off x="3431443" y="4504388"/>
              <a:ext cx="986815" cy="636683"/>
              <a:chOff x="7603958" y="4940865"/>
              <a:chExt cx="1097743" cy="649415"/>
            </a:xfrm>
          </p:grpSpPr>
          <p:pic>
            <p:nvPicPr>
              <p:cNvPr id="219" name="图片 218">
                <a:extLst>
                  <a:ext uri="{FF2B5EF4-FFF2-40B4-BE49-F238E27FC236}">
                    <a16:creationId xmlns:a16="http://schemas.microsoft.com/office/drawing/2014/main" id="{41FC160D-C0D3-B618-1871-88A619538A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03958" y="4940865"/>
                <a:ext cx="1040444" cy="585250"/>
              </a:xfrm>
              <a:prstGeom prst="rect">
                <a:avLst/>
              </a:prstGeom>
            </p:spPr>
          </p:pic>
          <p:pic>
            <p:nvPicPr>
              <p:cNvPr id="220" name="图片 219">
                <a:extLst>
                  <a:ext uri="{FF2B5EF4-FFF2-40B4-BE49-F238E27FC236}">
                    <a16:creationId xmlns:a16="http://schemas.microsoft.com/office/drawing/2014/main" id="{437344C7-92A2-5BE4-7495-A723944372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25293" y="4976726"/>
                <a:ext cx="1040444" cy="585250"/>
              </a:xfrm>
              <a:prstGeom prst="rect">
                <a:avLst/>
              </a:prstGeom>
            </p:spPr>
          </p:pic>
          <p:pic>
            <p:nvPicPr>
              <p:cNvPr id="221" name="图片 220">
                <a:extLst>
                  <a:ext uri="{FF2B5EF4-FFF2-40B4-BE49-F238E27FC236}">
                    <a16:creationId xmlns:a16="http://schemas.microsoft.com/office/drawing/2014/main" id="{C0F67154-6C18-8DF4-4DC1-D62326F44C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61256" y="5005030"/>
                <a:ext cx="1040445" cy="585250"/>
              </a:xfrm>
              <a:prstGeom prst="rect">
                <a:avLst/>
              </a:prstGeom>
            </p:spPr>
          </p:pic>
        </p:grpSp>
        <p:pic>
          <p:nvPicPr>
            <p:cNvPr id="218" name="图片 217">
              <a:extLst>
                <a:ext uri="{FF2B5EF4-FFF2-40B4-BE49-F238E27FC236}">
                  <a16:creationId xmlns:a16="http://schemas.microsoft.com/office/drawing/2014/main" id="{964D35B5-DBA4-69FD-F113-1DDD2B845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505253" y="4573800"/>
              <a:ext cx="828603" cy="508150"/>
            </a:xfrm>
            <a:prstGeom prst="rect">
              <a:avLst/>
            </a:prstGeom>
          </p:spPr>
        </p:pic>
      </p:grpSp>
      <p:sp>
        <p:nvSpPr>
          <p:cNvPr id="228" name="文本框 227">
            <a:extLst>
              <a:ext uri="{FF2B5EF4-FFF2-40B4-BE49-F238E27FC236}">
                <a16:creationId xmlns:a16="http://schemas.microsoft.com/office/drawing/2014/main" id="{6D16A481-516D-0E4F-B7A8-E370F81771A1}"/>
              </a:ext>
            </a:extLst>
          </p:cNvPr>
          <p:cNvSpPr txBox="1"/>
          <p:nvPr/>
        </p:nvSpPr>
        <p:spPr>
          <a:xfrm>
            <a:off x="2157677" y="4884232"/>
            <a:ext cx="1411621" cy="430887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</a:t>
            </a:r>
            <a:r>
              <a:rPr kumimoji="1"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0.95</a:t>
            </a:r>
          </a:p>
          <a:p>
            <a:pPr algn="ctr"/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OVERHEAD  </a:t>
            </a:r>
            <a:r>
              <a:rPr kumimoji="1"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3500</a:t>
            </a:r>
            <a:endParaRPr kumimoji="1"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1641217F-7741-4FB9-BEDE-DDA793354B1E}"/>
              </a:ext>
            </a:extLst>
          </p:cNvPr>
          <p:cNvSpPr txBox="1"/>
          <p:nvPr/>
        </p:nvSpPr>
        <p:spPr>
          <a:xfrm>
            <a:off x="5062024" y="5205600"/>
            <a:ext cx="1190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CFD6C598-2D5D-4314-9A6F-97B09E1F6323}"/>
              </a:ext>
            </a:extLst>
          </p:cNvPr>
          <p:cNvSpPr txBox="1"/>
          <p:nvPr/>
        </p:nvSpPr>
        <p:spPr>
          <a:xfrm>
            <a:off x="5966991" y="5204950"/>
            <a:ext cx="789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</a:t>
            </a:r>
            <a:r>
              <a:rPr kumimoji="1"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7" name="图片 96">
            <a:extLst>
              <a:ext uri="{FF2B5EF4-FFF2-40B4-BE49-F238E27FC236}">
                <a16:creationId xmlns:a16="http://schemas.microsoft.com/office/drawing/2014/main" id="{45BF813A-DB50-4097-84CD-3292C2E99E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1898" y="4881566"/>
            <a:ext cx="340818" cy="340818"/>
          </a:xfrm>
          <a:prstGeom prst="rect">
            <a:avLst/>
          </a:prstGeom>
        </p:spPr>
      </p:pic>
      <p:sp>
        <p:nvSpPr>
          <p:cNvPr id="105" name="文本框 104">
            <a:extLst>
              <a:ext uri="{FF2B5EF4-FFF2-40B4-BE49-F238E27FC236}">
                <a16:creationId xmlns:a16="http://schemas.microsoft.com/office/drawing/2014/main" id="{EAFDBB83-4374-46C2-B33C-BCB189D3DBC3}"/>
              </a:ext>
            </a:extLst>
          </p:cNvPr>
          <p:cNvSpPr txBox="1"/>
          <p:nvPr/>
        </p:nvSpPr>
        <p:spPr>
          <a:xfrm>
            <a:off x="1817037" y="5263432"/>
            <a:ext cx="2087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</a:t>
            </a:r>
            <a:r>
              <a:rPr kumimoji="1"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kumimoji="1"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FFEAA4D4-B1DC-49F5-9473-F49BABCAD683}"/>
              </a:ext>
            </a:extLst>
          </p:cNvPr>
          <p:cNvCxnSpPr/>
          <p:nvPr/>
        </p:nvCxnSpPr>
        <p:spPr>
          <a:xfrm>
            <a:off x="3890458" y="3186000"/>
            <a:ext cx="252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线箭头连接符 58">
            <a:extLst>
              <a:ext uri="{FF2B5EF4-FFF2-40B4-BE49-F238E27FC236}">
                <a16:creationId xmlns:a16="http://schemas.microsoft.com/office/drawing/2014/main" id="{1BD77308-2E92-4EE5-8C71-0CB7C2A71FBF}"/>
              </a:ext>
            </a:extLst>
          </p:cNvPr>
          <p:cNvCxnSpPr>
            <a:cxnSpLocks/>
          </p:cNvCxnSpPr>
          <p:nvPr/>
        </p:nvCxnSpPr>
        <p:spPr>
          <a:xfrm>
            <a:off x="5946675" y="5083200"/>
            <a:ext cx="18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58">
            <a:extLst>
              <a:ext uri="{FF2B5EF4-FFF2-40B4-BE49-F238E27FC236}">
                <a16:creationId xmlns:a16="http://schemas.microsoft.com/office/drawing/2014/main" id="{E84F6754-3222-4942-8980-DB37536FB966}"/>
              </a:ext>
            </a:extLst>
          </p:cNvPr>
          <p:cNvCxnSpPr>
            <a:cxnSpLocks/>
          </p:cNvCxnSpPr>
          <p:nvPr/>
        </p:nvCxnSpPr>
        <p:spPr>
          <a:xfrm>
            <a:off x="6757216" y="5083200"/>
            <a:ext cx="18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线箭头连接符 58">
            <a:extLst>
              <a:ext uri="{FF2B5EF4-FFF2-40B4-BE49-F238E27FC236}">
                <a16:creationId xmlns:a16="http://schemas.microsoft.com/office/drawing/2014/main" id="{9D4009A9-92CE-4E3E-ACA4-71C7467EBD2E}"/>
              </a:ext>
            </a:extLst>
          </p:cNvPr>
          <p:cNvCxnSpPr>
            <a:cxnSpLocks/>
          </p:cNvCxnSpPr>
          <p:nvPr/>
        </p:nvCxnSpPr>
        <p:spPr>
          <a:xfrm flipV="1">
            <a:off x="6507544" y="4484533"/>
            <a:ext cx="0" cy="216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箭头连接符 58">
            <a:extLst>
              <a:ext uri="{FF2B5EF4-FFF2-40B4-BE49-F238E27FC236}">
                <a16:creationId xmlns:a16="http://schemas.microsoft.com/office/drawing/2014/main" id="{AFBB6812-BA3A-4F78-9DB6-E3437AF1C808}"/>
              </a:ext>
            </a:extLst>
          </p:cNvPr>
          <p:cNvCxnSpPr>
            <a:cxnSpLocks/>
          </p:cNvCxnSpPr>
          <p:nvPr/>
        </p:nvCxnSpPr>
        <p:spPr>
          <a:xfrm>
            <a:off x="5903657" y="3007098"/>
            <a:ext cx="216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线箭头连接符 58">
            <a:extLst>
              <a:ext uri="{FF2B5EF4-FFF2-40B4-BE49-F238E27FC236}">
                <a16:creationId xmlns:a16="http://schemas.microsoft.com/office/drawing/2014/main" id="{C4420650-C24D-4DA4-B1FA-638ACA862D05}"/>
              </a:ext>
            </a:extLst>
          </p:cNvPr>
          <p:cNvCxnSpPr>
            <a:cxnSpLocks/>
          </p:cNvCxnSpPr>
          <p:nvPr/>
        </p:nvCxnSpPr>
        <p:spPr>
          <a:xfrm>
            <a:off x="6751406" y="3006225"/>
            <a:ext cx="216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3FC1852C-70DB-4704-A41F-CB823DE16439}"/>
              </a:ext>
            </a:extLst>
          </p:cNvPr>
          <p:cNvCxnSpPr>
            <a:cxnSpLocks/>
          </p:cNvCxnSpPr>
          <p:nvPr/>
        </p:nvCxnSpPr>
        <p:spPr>
          <a:xfrm rot="5400000">
            <a:off x="6422316" y="3576150"/>
            <a:ext cx="18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C6FBC0CA-0C6A-4D88-A2AA-1AFFAF11EA1C}"/>
              </a:ext>
            </a:extLst>
          </p:cNvPr>
          <p:cNvCxnSpPr>
            <a:cxnSpLocks/>
          </p:cNvCxnSpPr>
          <p:nvPr/>
        </p:nvCxnSpPr>
        <p:spPr>
          <a:xfrm rot="10800000">
            <a:off x="3891600" y="5038887"/>
            <a:ext cx="252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43488E5E-D1BD-475F-BE05-B4F02D4339D6}"/>
              </a:ext>
            </a:extLst>
          </p:cNvPr>
          <p:cNvCxnSpPr/>
          <p:nvPr/>
        </p:nvCxnSpPr>
        <p:spPr>
          <a:xfrm>
            <a:off x="4967563" y="3187449"/>
            <a:ext cx="216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文本框 123">
            <a:extLst>
              <a:ext uri="{FF2B5EF4-FFF2-40B4-BE49-F238E27FC236}">
                <a16:creationId xmlns:a16="http://schemas.microsoft.com/office/drawing/2014/main" id="{1604CBC3-2681-4D77-A315-8219DABFAA57}"/>
              </a:ext>
            </a:extLst>
          </p:cNvPr>
          <p:cNvSpPr txBox="1"/>
          <p:nvPr/>
        </p:nvSpPr>
        <p:spPr>
          <a:xfrm>
            <a:off x="3940611" y="2643015"/>
            <a:ext cx="20123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</a:t>
            </a:r>
            <a:r>
              <a:rPr kumimoji="1" lang="zh-CN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Repositories</a:t>
            </a:r>
            <a:endParaRPr kumimoji="1"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1E7D9C24-F1BD-48DE-82EA-AF6EB0A4164F}"/>
              </a:ext>
            </a:extLst>
          </p:cNvPr>
          <p:cNvSpPr txBox="1"/>
          <p:nvPr/>
        </p:nvSpPr>
        <p:spPr>
          <a:xfrm>
            <a:off x="2020678" y="2406614"/>
            <a:ext cx="17379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 Clip Query</a:t>
            </a:r>
            <a:endParaRPr kumimoji="1" lang="zh-CN" alt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A6E7C684-CAA9-47F5-AB3A-1837FBB53BCC}"/>
              </a:ext>
            </a:extLst>
          </p:cNvPr>
          <p:cNvSpPr txBox="1"/>
          <p:nvPr/>
        </p:nvSpPr>
        <p:spPr>
          <a:xfrm>
            <a:off x="1986450" y="5456325"/>
            <a:ext cx="17379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Result</a:t>
            </a:r>
            <a:endParaRPr kumimoji="1" lang="zh-CN" alt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E9F2E6E6-FC51-43FB-9BBE-F42E722BA365}"/>
              </a:ext>
            </a:extLst>
          </p:cNvPr>
          <p:cNvSpPr txBox="1"/>
          <p:nvPr/>
        </p:nvSpPr>
        <p:spPr>
          <a:xfrm>
            <a:off x="5616177" y="2408400"/>
            <a:ext cx="17379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Pruning Phase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24FE01A8-4A10-4D8B-8253-AEECFDB8E9D3}"/>
              </a:ext>
            </a:extLst>
          </p:cNvPr>
          <p:cNvSpPr txBox="1"/>
          <p:nvPr/>
        </p:nvSpPr>
        <p:spPr>
          <a:xfrm>
            <a:off x="5110898" y="5456325"/>
            <a:ext cx="17379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Refinement Phase</a:t>
            </a: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AD69A4C5-ACB6-4C71-8381-313B959C0438}"/>
              </a:ext>
            </a:extLst>
          </p:cNvPr>
          <p:cNvSpPr txBox="1"/>
          <p:nvPr/>
        </p:nvSpPr>
        <p:spPr>
          <a:xfrm>
            <a:off x="4281492" y="3765600"/>
            <a:ext cx="15991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Non-Candidate Frames</a:t>
            </a:r>
          </a:p>
        </p:txBody>
      </p:sp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59F27F69-17D7-47EA-8C52-FA17155402F9}"/>
              </a:ext>
            </a:extLst>
          </p:cNvPr>
          <p:cNvGrpSpPr/>
          <p:nvPr/>
        </p:nvGrpSpPr>
        <p:grpSpPr>
          <a:xfrm>
            <a:off x="4704515" y="4016418"/>
            <a:ext cx="574718" cy="302140"/>
            <a:chOff x="8281972" y="5495901"/>
            <a:chExt cx="1453912" cy="832474"/>
          </a:xfrm>
        </p:grpSpPr>
        <p:pic>
          <p:nvPicPr>
            <p:cNvPr id="179" name="图片 178">
              <a:extLst>
                <a:ext uri="{FF2B5EF4-FFF2-40B4-BE49-F238E27FC236}">
                  <a16:creationId xmlns:a16="http://schemas.microsoft.com/office/drawing/2014/main" id="{5D79C452-0CCC-451A-ACC5-7156B78F9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81972" y="5495901"/>
              <a:ext cx="1390315" cy="782053"/>
            </a:xfrm>
            <a:prstGeom prst="rect">
              <a:avLst/>
            </a:prstGeom>
          </p:spPr>
        </p:pic>
        <p:pic>
          <p:nvPicPr>
            <p:cNvPr id="181" name="图片 180">
              <a:extLst>
                <a:ext uri="{FF2B5EF4-FFF2-40B4-BE49-F238E27FC236}">
                  <a16:creationId xmlns:a16="http://schemas.microsoft.com/office/drawing/2014/main" id="{58D2A05A-42A7-4562-918C-A4BE14D25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10619" y="5517674"/>
              <a:ext cx="1390315" cy="782053"/>
            </a:xfrm>
            <a:prstGeom prst="rect">
              <a:avLst/>
            </a:prstGeom>
          </p:spPr>
        </p:pic>
        <p:pic>
          <p:nvPicPr>
            <p:cNvPr id="182" name="图片 181">
              <a:extLst>
                <a:ext uri="{FF2B5EF4-FFF2-40B4-BE49-F238E27FC236}">
                  <a16:creationId xmlns:a16="http://schemas.microsoft.com/office/drawing/2014/main" id="{0AB8B263-FCFA-4F34-AC8C-29565EEAF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45569" y="5546322"/>
              <a:ext cx="1390315" cy="782053"/>
            </a:xfrm>
            <a:prstGeom prst="rect">
              <a:avLst/>
            </a:prstGeom>
          </p:spPr>
        </p:pic>
      </p:grp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E99C9120-3530-42B1-8160-7AB67470BEE7}"/>
              </a:ext>
            </a:extLst>
          </p:cNvPr>
          <p:cNvGrpSpPr/>
          <p:nvPr/>
        </p:nvGrpSpPr>
        <p:grpSpPr>
          <a:xfrm>
            <a:off x="5895841" y="4017600"/>
            <a:ext cx="1656630" cy="300701"/>
            <a:chOff x="5658636" y="949409"/>
            <a:chExt cx="4409805" cy="1361089"/>
          </a:xfrm>
        </p:grpSpPr>
        <p:pic>
          <p:nvPicPr>
            <p:cNvPr id="208" name="图片 207">
              <a:extLst>
                <a:ext uri="{FF2B5EF4-FFF2-40B4-BE49-F238E27FC236}">
                  <a16:creationId xmlns:a16="http://schemas.microsoft.com/office/drawing/2014/main" id="{E58D7E8C-6C95-46C5-8681-DC1FC8011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658636" y="949409"/>
              <a:ext cx="1389965" cy="1332068"/>
            </a:xfrm>
            <a:prstGeom prst="rect">
              <a:avLst/>
            </a:prstGeom>
          </p:spPr>
        </p:pic>
        <p:pic>
          <p:nvPicPr>
            <p:cNvPr id="209" name="图片 208">
              <a:extLst>
                <a:ext uri="{FF2B5EF4-FFF2-40B4-BE49-F238E27FC236}">
                  <a16:creationId xmlns:a16="http://schemas.microsoft.com/office/drawing/2014/main" id="{D2C87C49-479D-4723-8F31-6D19A22E0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830792" y="954596"/>
              <a:ext cx="1389965" cy="1332071"/>
            </a:xfrm>
            <a:prstGeom prst="rect">
              <a:avLst/>
            </a:prstGeom>
          </p:spPr>
        </p:pic>
        <p:pic>
          <p:nvPicPr>
            <p:cNvPr id="226" name="图片 225">
              <a:extLst>
                <a:ext uri="{FF2B5EF4-FFF2-40B4-BE49-F238E27FC236}">
                  <a16:creationId xmlns:a16="http://schemas.microsoft.com/office/drawing/2014/main" id="{D593F96C-4E19-4A6E-B473-AC0195AF5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50289" y="954601"/>
              <a:ext cx="1424380" cy="1343907"/>
            </a:xfrm>
            <a:prstGeom prst="rect">
              <a:avLst/>
            </a:prstGeom>
          </p:spPr>
        </p:pic>
        <p:pic>
          <p:nvPicPr>
            <p:cNvPr id="227" name="图片 226">
              <a:extLst>
                <a:ext uri="{FF2B5EF4-FFF2-40B4-BE49-F238E27FC236}">
                  <a16:creationId xmlns:a16="http://schemas.microsoft.com/office/drawing/2014/main" id="{06E80745-0210-4B65-9CC7-962A08353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154705" y="954601"/>
              <a:ext cx="1437090" cy="1355897"/>
            </a:xfrm>
            <a:prstGeom prst="rect">
              <a:avLst/>
            </a:prstGeom>
          </p:spPr>
        </p:pic>
        <p:pic>
          <p:nvPicPr>
            <p:cNvPr id="230" name="图片 229">
              <a:extLst>
                <a:ext uri="{FF2B5EF4-FFF2-40B4-BE49-F238E27FC236}">
                  <a16:creationId xmlns:a16="http://schemas.microsoft.com/office/drawing/2014/main" id="{BE4F15E4-5423-4663-A917-814C1752D67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412841" y="949409"/>
              <a:ext cx="1424380" cy="1343907"/>
            </a:xfrm>
            <a:prstGeom prst="rect">
              <a:avLst/>
            </a:prstGeom>
          </p:spPr>
        </p:pic>
        <p:pic>
          <p:nvPicPr>
            <p:cNvPr id="231" name="图片 230">
              <a:extLst>
                <a:ext uri="{FF2B5EF4-FFF2-40B4-BE49-F238E27FC236}">
                  <a16:creationId xmlns:a16="http://schemas.microsoft.com/office/drawing/2014/main" id="{5015D5D3-5ADD-4880-AFEE-8B1DF182E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644061" y="961250"/>
              <a:ext cx="1424380" cy="1343907"/>
            </a:xfrm>
            <a:prstGeom prst="rect">
              <a:avLst/>
            </a:prstGeom>
          </p:spPr>
        </p:pic>
      </p:grpSp>
      <p:cxnSp>
        <p:nvCxnSpPr>
          <p:cNvPr id="235" name="直线箭头连接符 58">
            <a:extLst>
              <a:ext uri="{FF2B5EF4-FFF2-40B4-BE49-F238E27FC236}">
                <a16:creationId xmlns:a16="http://schemas.microsoft.com/office/drawing/2014/main" id="{FF552B55-EC35-4B8A-B540-A2AD5017D149}"/>
              </a:ext>
            </a:extLst>
          </p:cNvPr>
          <p:cNvCxnSpPr>
            <a:cxnSpLocks/>
          </p:cNvCxnSpPr>
          <p:nvPr/>
        </p:nvCxnSpPr>
        <p:spPr>
          <a:xfrm>
            <a:off x="5697850" y="4474800"/>
            <a:ext cx="0" cy="216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文本框 235">
            <a:extLst>
              <a:ext uri="{FF2B5EF4-FFF2-40B4-BE49-F238E27FC236}">
                <a16:creationId xmlns:a16="http://schemas.microsoft.com/office/drawing/2014/main" id="{EDC249C4-7372-4C81-A0BB-755068725453}"/>
              </a:ext>
            </a:extLst>
          </p:cNvPr>
          <p:cNvSpPr txBox="1"/>
          <p:nvPr/>
        </p:nvSpPr>
        <p:spPr>
          <a:xfrm>
            <a:off x="5711453" y="4440075"/>
            <a:ext cx="11165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9" name="图片 238">
            <a:extLst>
              <a:ext uri="{FF2B5EF4-FFF2-40B4-BE49-F238E27FC236}">
                <a16:creationId xmlns:a16="http://schemas.microsoft.com/office/drawing/2014/main" id="{F4F50ACD-4C53-4D91-8894-FC2E5F62368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47005" y="4881600"/>
            <a:ext cx="415205" cy="415205"/>
          </a:xfrm>
          <a:prstGeom prst="rect">
            <a:avLst/>
          </a:prstGeom>
        </p:spPr>
      </p:pic>
      <p:sp>
        <p:nvSpPr>
          <p:cNvPr id="241" name="文本框 240">
            <a:extLst>
              <a:ext uri="{FF2B5EF4-FFF2-40B4-BE49-F238E27FC236}">
                <a16:creationId xmlns:a16="http://schemas.microsoft.com/office/drawing/2014/main" id="{4E498C78-4AE7-4BAD-96AE-073913CCD1F1}"/>
              </a:ext>
            </a:extLst>
          </p:cNvPr>
          <p:cNvSpPr txBox="1"/>
          <p:nvPr/>
        </p:nvSpPr>
        <p:spPr>
          <a:xfrm>
            <a:off x="4632373" y="4438800"/>
            <a:ext cx="1315447" cy="349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Progressively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2" name="直线箭头连接符 58">
            <a:extLst>
              <a:ext uri="{FF2B5EF4-FFF2-40B4-BE49-F238E27FC236}">
                <a16:creationId xmlns:a16="http://schemas.microsoft.com/office/drawing/2014/main" id="{FCC7C875-8E60-45CB-8163-0FFB376CB142}"/>
              </a:ext>
            </a:extLst>
          </p:cNvPr>
          <p:cNvCxnSpPr>
            <a:cxnSpLocks/>
          </p:cNvCxnSpPr>
          <p:nvPr/>
        </p:nvCxnSpPr>
        <p:spPr>
          <a:xfrm rot="10800000">
            <a:off x="4998972" y="5082931"/>
            <a:ext cx="18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文本框 242">
            <a:extLst>
              <a:ext uri="{FF2B5EF4-FFF2-40B4-BE49-F238E27FC236}">
                <a16:creationId xmlns:a16="http://schemas.microsoft.com/office/drawing/2014/main" id="{1C0E686B-E015-4A85-87DD-10221DD437AC}"/>
              </a:ext>
            </a:extLst>
          </p:cNvPr>
          <p:cNvSpPr txBox="1"/>
          <p:nvPr/>
        </p:nvSpPr>
        <p:spPr>
          <a:xfrm>
            <a:off x="1807051" y="4601731"/>
            <a:ext cx="2164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 Relevant Clips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5" name="直接箭头连接符 244">
            <a:extLst>
              <a:ext uri="{FF2B5EF4-FFF2-40B4-BE49-F238E27FC236}">
                <a16:creationId xmlns:a16="http://schemas.microsoft.com/office/drawing/2014/main" id="{EFF2B45D-99BD-44A1-AFA2-77E7526295AD}"/>
              </a:ext>
            </a:extLst>
          </p:cNvPr>
          <p:cNvCxnSpPr>
            <a:cxnSpLocks/>
          </p:cNvCxnSpPr>
          <p:nvPr/>
        </p:nvCxnSpPr>
        <p:spPr>
          <a:xfrm rot="5400000">
            <a:off x="7193841" y="3574800"/>
            <a:ext cx="18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文本框 245">
            <a:extLst>
              <a:ext uri="{FF2B5EF4-FFF2-40B4-BE49-F238E27FC236}">
                <a16:creationId xmlns:a16="http://schemas.microsoft.com/office/drawing/2014/main" id="{22A0D17C-86AC-4596-97CB-0AACE54D6366}"/>
              </a:ext>
            </a:extLst>
          </p:cNvPr>
          <p:cNvSpPr txBox="1"/>
          <p:nvPr/>
        </p:nvSpPr>
        <p:spPr>
          <a:xfrm>
            <a:off x="6874781" y="3411522"/>
            <a:ext cx="14085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7" name="文本框 246">
            <a:extLst>
              <a:ext uri="{FF2B5EF4-FFF2-40B4-BE49-F238E27FC236}">
                <a16:creationId xmlns:a16="http://schemas.microsoft.com/office/drawing/2014/main" id="{C7F6EA66-2B64-4390-B9FF-F577D9917180}"/>
              </a:ext>
            </a:extLst>
          </p:cNvPr>
          <p:cNvSpPr txBox="1"/>
          <p:nvPr/>
        </p:nvSpPr>
        <p:spPr>
          <a:xfrm>
            <a:off x="6563883" y="3114785"/>
            <a:ext cx="15225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9" name="圆角矩形 27">
            <a:extLst>
              <a:ext uri="{FF2B5EF4-FFF2-40B4-BE49-F238E27FC236}">
                <a16:creationId xmlns:a16="http://schemas.microsoft.com/office/drawing/2014/main" id="{660ED586-278D-41E8-9127-B208CDC65C1D}"/>
              </a:ext>
            </a:extLst>
          </p:cNvPr>
          <p:cNvSpPr/>
          <p:nvPr/>
        </p:nvSpPr>
        <p:spPr>
          <a:xfrm>
            <a:off x="5822671" y="3788001"/>
            <a:ext cx="1829976" cy="568698"/>
          </a:xfrm>
          <a:prstGeom prst="roundRect">
            <a:avLst>
              <a:gd name="adj" fmla="val 0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1" name="直线箭头连接符 58">
            <a:extLst>
              <a:ext uri="{FF2B5EF4-FFF2-40B4-BE49-F238E27FC236}">
                <a16:creationId xmlns:a16="http://schemas.microsoft.com/office/drawing/2014/main" id="{A8FCE0B5-DCC9-4E74-976D-38DCE5D9FFC7}"/>
              </a:ext>
            </a:extLst>
          </p:cNvPr>
          <p:cNvCxnSpPr>
            <a:cxnSpLocks/>
          </p:cNvCxnSpPr>
          <p:nvPr/>
        </p:nvCxnSpPr>
        <p:spPr>
          <a:xfrm flipV="1">
            <a:off x="7229238" y="4473762"/>
            <a:ext cx="0" cy="216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1480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26747</TotalTime>
  <Words>143</Words>
  <Application>Microsoft Macintosh PowerPoint</Application>
  <PresentationFormat>宽屏</PresentationFormat>
  <Paragraphs>52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.</dc:creator>
  <cp:lastModifiedBy>C .</cp:lastModifiedBy>
  <cp:revision>173</cp:revision>
  <dcterms:created xsi:type="dcterms:W3CDTF">2024-03-07T16:38:39Z</dcterms:created>
  <dcterms:modified xsi:type="dcterms:W3CDTF">2025-04-21T01:34:17Z</dcterms:modified>
</cp:coreProperties>
</file>